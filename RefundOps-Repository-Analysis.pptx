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RefundOps is a local-only demonstration app representing the legacy 'before' state of a refund workflow. This deck analyses only what the repository actually implements, labelling each claim as Confirmed (repo evidence), Inferred, or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 is intentionally the 'before' state. Every valid full-order refund is sent immediately with no approval. The 10,000 INR threshold is described in the README as informational and is not implemented in code — verified against RefundService.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Maven module. Confirmed via pom.xml (spring-boot-starter-parent 2.7.18, java version 11) and application.properties (server.address 127.0.0.1). Users and roles from DemoUsers/SecurityConfig.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actors are the two seeded demo users. The browser SPA is same-origin. The API, in-memory store and MockPay all live in one JVM. There are no external integrations — confirmed by absence of any HTTP client, JDBC, or messaging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is executive-friendly. Section 2 is architecture-oriented. Closing material maps the two together and lists findings, risks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Business-facing walkthrough of capabilities, users, and the refund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is stated in README and reflected in the Application metadata (mode AUTO_PROCESS).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confirm approver-without-requestor is denied submit. The Approver role is currently unused functionally because no approval step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approval or queue between request and send. Statuses PAID -&gt; REFUND_SENT; refund/payment status SENT_TO_PROVIDER.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seeds 12 orders deterministically; sequences start refund 2000 / payment 3000 / event 4000. Views implemented in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Concurrency tests: 24 simultaneous replays -&gt; 1 payment; 24 different keys/users -&gt; 1 payment. Canonical UUID case replays.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10,000 threshold is not enforced anywhere in code; it is documentation + a UI highlight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capability terminates in an in-memory entity. The only 'integration' is MockPay, which is in-process. There is no database or external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approval step between submit and send. The 2-step compose-&gt;review is a UI affordance in app.js, not a governance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Architecture-oriented walkthrough of how RefundOps is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architecture. RefundService is the single synchronized orchestrator. No repository/DAO layer because storage is in-memory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create() method is synchronized, so validation, idempotency check and state mutation happen atomically under one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model classes are immutable inner classes exposed via List.copyOf snapshots. Relationships are id references, not DB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codes: INVALID_CREDENTIALS 401, UNAUTHENTICATED 401, CSRF_INVALID 403, ACCESS_DENIED 403. Session cookie is http-only, same-site lax.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by concurrency tests (24 threads). Simple but correct for a single-process demo; would not survive horizontal scaling (no shared store).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@RestControllerAdvice centralises error mapping; RefundErrorController handles servlet /error dispatch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wording in the UI ('Payment gateway', 'Automatic processing') maps to MockPay / AUTO_PROCESS mode. The 10,000 highlight is cosmetic.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externalised secrets store; demo passwords default to usernames via the launcher. Everything runs on one local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only resolves dependencies to support Copilot agents. Full CI (build/test) is expected to run locally via mvn clean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double as executable specification of the 'before' behaviour, especially exactly-once payment and no approval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is intentionally trivial: run locally. Any production topology would be net-new.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map to scope modernisation: e.g. adding approvals touches SecurityConfig, RefundService.create, and a new state between request and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observations about the baseline, not defects — the repo intentionally represents the 'before' state prior to governance and modernisation.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inferred from the confirmed baseline. They align with the future stages the README explicitly leaves unimplemented.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gaps are consistent with the documented 'before' baseline; answering them defines the modernisation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terminology used throughout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material for technical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Maven module layout. The .github/agents profiles are Copilot configuration, not runtime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REST surface. Everything is same-origin; there is no permissive CORS.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analysis. All claims are grounded in repository files; unverifiable items are explicitly marked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05840" cy="100584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058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RefundOps — Repository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6C8D2"/>
                </a:solidFill>
                <a:latin typeface="Segoe UI"/>
              </a:rPr>
              <a:t>Functional Capabilities &amp; Technical Implementation of the </a:t>
            </a:r>
            <a:r>
              <a:rPr sz="1800" b="1" i="0">
                <a:solidFill>
                  <a:srgbClr val="FD8EA1"/>
                </a:solidFill>
                <a:latin typeface="Segoe UI"/>
              </a:rPr>
              <a:t>agenticsdlc_demo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A9B4"/>
                </a:solidFill>
                <a:latin typeface="Segoe UI"/>
              </a:rPr>
              <a:t>Legacy “BEFORE” baseline · Spring Boot 2.7.18 · Java 11 · In-memory · Mock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8893"/>
                </a:solidFill>
                <a:latin typeface="Segoe UI"/>
              </a:rPr>
              <a:t>Prepared from repository source of truth · Confirmed / Inferred / Not found labelling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RefundOps is a self-contained demo that auto-sends every valid full-order refund to a mock provider — no approval workflow, no database, no real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5440680" cy="214884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68880"/>
            <a:ext cx="51114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Lets two demo users view seeded orders and issue full-order refunds via a web app.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Each valid refund is immediately “sent” to MockPay and recorded as an event.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Enforces one refund per order and idempotent retries via UUID keys.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Ships a vanilla-JS single-page UI with login, dashboard, ledger and activity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65960"/>
            <a:ext cx="5440680" cy="214884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How it is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68880"/>
            <a:ext cx="51114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Spring Boot 2.7.18 REST API on Java 11, secured with Spring Security + BCrypt + CSRF.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All state held in process memory (orders, refunds, payments, events) — no persistence.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MockPay is a pure in-process simulation: no network, credentials or financial effects.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Binds to 127.0.0.1 only; run locally via Maven or the PowerShell launcher.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51960"/>
            <a:ext cx="5440680" cy="1965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36168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754880"/>
            <a:ext cx="51114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Represents the legacy baseline before governance (approvals, thresholds) is added.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The README documents an INR 10,000 threshold as informational only — not enforced.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Serves as a controlled starting point for agentic modernisation exercises.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4251960"/>
            <a:ext cx="5440680" cy="1965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436168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Key risks (as a product)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754880"/>
            <a:ext cx="51114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approval step: any requestor can push refunds of any value straight through.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In-memory state is lost on restart and shared across all users.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Outdated Spring Boot 2.7.x baseline (intentional for the demo).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README.txt, RefundService.java, RefundModels.java, SecurityConfig.java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Repository &amp; Application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single Maven module (com.refundops:refundops) — a Spring Boot web app with a static JS front end, tests, and one CI helper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RefundOps — refund operations demo (legacy baseline)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11183112" cy="45720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231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Local-only Spring Boot MVC web app + REST API + static SPA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03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Language /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803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Java 11 source, Maven; Spring Boot parent 2.7.18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11183112" cy="45720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3375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375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None — in-memory LinkedHashMap/ArrayList, seeded on reset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7947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947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MockPay — in-process simulation, no external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11183112" cy="45720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519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519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Spring Security form login, BCrypt, CSRF, role-based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7091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Runtime 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7091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127.0.0.1:8080 (loopback only)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11183112" cy="45720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66360"/>
            <a:ext cx="3108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A1A41"/>
                </a:solidFill>
                <a:latin typeface="Segoe UI"/>
              </a:rPr>
              <a:t>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6636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dahnesh (Requestor+Approver), shweta (Requestor)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pom.xml, application.properties, README.txt, RefundModels.java (Application)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Application Context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Two human users work through a browser SPA that calls the Spring Boot API, which records refunds in memory and simulates payments via MockPay.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920240" cy="914400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1920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Demo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16352"/>
            <a:ext cx="1920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dahnesh · shweta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377440"/>
            <a:ext cx="2194560" cy="9144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468880"/>
            <a:ext cx="21945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Browser SPA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816352"/>
            <a:ext cx="21945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app.js · index.html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377440"/>
            <a:ext cx="2377440" cy="91440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468880"/>
            <a:ext cx="2377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Spring Boot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816352"/>
            <a:ext cx="2377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/api · Spring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554480"/>
            <a:ext cx="2743200" cy="914400"/>
          </a:xfrm>
          <a:prstGeom prst="round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645920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In-memory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993392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orders/refunds/payments/events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200400"/>
            <a:ext cx="27432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291840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MockPay 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639312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in-process simulation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423160" y="2697480"/>
            <a:ext cx="64008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257800" y="2697480"/>
            <a:ext cx="64008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8275320" y="2148840"/>
            <a:ext cx="64008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275320" y="3520440"/>
            <a:ext cx="64008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572000"/>
            <a:ext cx="11183112" cy="86868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17720"/>
            <a:ext cx="108813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Not found in repository:  </a:t>
            </a:r>
            <a:r>
              <a:rPr sz="1150" b="0" i="0">
                <a:solidFill>
                  <a:srgbClr val="242424"/>
                </a:solidFill>
                <a:latin typeface="Segoe UI"/>
              </a:rPr>
              <a:t>no external systems, no database, no message queue, no third-party payment gateway, no cloud/hosting integration. All boundaries terminate inside a single JVM process.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app.js, RefundController.java, RefundService.java, MockPayProvider.java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Presentation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The deck runs from business-facing capabilities into a technical deep dive, then closes with cross-references, risks and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48640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2140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Section 1 — Functional Overview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14600"/>
            <a:ext cx="515721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Purpose, users &amp; roles, refund lifecycle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Orders, dashboard &amp; activity views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Idempotency &amp; one-refund-per-order rules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Validation, error handling, informational threshold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Capability-to-component mapping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Representative end-to-end business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011680"/>
            <a:ext cx="548640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12140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Section 2 — Technical Deep Dive (architecture)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5721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Component architecture &amp; request flow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Domain model &amp; in-memory data entities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Security configuration &amp; session/CSRF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Concurrency, idempotency internals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API surface, validation &amp; error taxonomy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Front end, config, build, CI, tests,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Whole 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D8EA1"/>
                </a:solidFill>
                <a:latin typeface="Segoe U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9728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Functional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9A9B4"/>
                </a:solidFill>
                <a:latin typeface="Segoe UI"/>
              </a:rPr>
              <a:t>What RefundOps does, for a business audience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Purpose &amp; Business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RefundOps demonstrates a refund desk in its ungoverned baseline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What the product delivers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 workspace for operators to review orders and issue full-order refunds.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Immediate 'send to provider' outcome with a visible ledger and activity trail.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Deterministic, reset-able demo data for training and modernisation exercises.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The business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Represents the 'BEFORE' state: no approvals, no thresholds enforced.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MockPay records are evidence of simulated sends, not a system of record.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Intended as the controlled starting point for adding governance 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README.txt, RefundModels.java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Users, Roles &amp;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Two seeded users with role-based permissions; only Requestors can submit refunds.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Demo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dahnesh — roles Requestor + Approver.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shweta — role Requestor only.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Passwords supplied via environment variables (defaults documented for the demo).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What roles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Submitting a refund and resetting demo data require the REQUESTOR role.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An Approver without Requestor cannot submit — returns ACCESS_DENIED.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The Approver role exists but has no approval workflow to act on (baseline).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DemoUsers.java, SecurityConfig.java, RefundApiIntegrationTest.java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The Refund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Every valid full-order refund moves the order straight to REFUND_SENT with no intermediate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Happy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Operator picks a PAID order and confirms a full refund with a reason.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System validates input and the UUID idempotency key.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Refund + payment are created and 'sent' to MockPay; order becomes REFUND_SENT.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Guardrails in the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One refund per order — a second attempt is rejected (ORDER_ALREADY_REFUNDED).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Unknown orders return ORDER_NOT_FOUND.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Partial refunds are not supported — full-order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RefundService.java, RefundModels.java, RefundApiIntegrationTest.java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Orders, Dashboard &amp;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The dashboard shows seeded orders, a payment ledger and a chronological activity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Seeded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12 synthetic orders (ORD-1042–ORD-1053) with Indian names &amp; INR amounts.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Fields: product, category, amount, currency, purchase date, payment method,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Views the operator sees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Overview / Orders — browse and act on orders.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Payments ledger — simulated sends with detail.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Activity — events recorded per refund/payment.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 reset action re-seeds the deterministic demo dataset.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State is shared across users and lives only in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RefundService.java (reset seed), app.js, RefundModels.java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Idempotency &amp; One-Refund-Per-Order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Safe retries: repeating a request with the same key replays the original result instead of double-paying.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Idempotency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Each request carries a UUID idempotency key.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 replay returns the original refund/payment and is flagged as 'replayed'.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UUID case is canonicalised, so casing differences still replay.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Conflict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Reusing a key with different content is a conflict (IDEMPOTENCY_CONFLICT).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Different keys on an already-refunded order are rejected, never double-sent.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Under concurrency, only one payment is ever produced per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RefundService.java, RefundServiceTest.java, RefundRequest.java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Validation, Errors &amp; the Informational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Inputs are strictly validated and errors are returned as structured codes; the INR 10,000 threshold is informational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Input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Order id required (≤64 chars); reason from a fixed list of five.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Notes optional (≤500 chars); idempotency key must match UUID pattern.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Bad input yields VALIDATION_ERROR without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C5C5C"/>
                </a:solidFill>
                <a:latin typeface="Segoe UI"/>
              </a:rPr>
              <a:t>Error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Consistent {message, code} error bodies across the API.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internal details or stack traces are exposed.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2148840"/>
            <a:ext cx="36118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258568"/>
            <a:ext cx="32826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Threshold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51760"/>
            <a:ext cx="32826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README notes an INR 10,000 review threshold — informational only.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The UI highlights high-value orders but does NOT block or route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RefundRequest.java, ApiErrors.java, README.txt, app.js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Capability → Component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Each business capability maps to concrete modules, APIs and in-memory entities — no external services are involved.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265176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011680"/>
            <a:ext cx="265176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011680"/>
            <a:ext cx="26517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Module /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37744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20116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011680"/>
            <a:ext cx="219456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01168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Data 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2011680"/>
            <a:ext cx="1307592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01168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68880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468880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Authentication &amp;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468880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468880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SecurityConfig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46888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2468880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GET /api/session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468880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2" y="2468880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InMemory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78440" y="2468880"/>
            <a:ext cx="13075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51592" y="2468880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35808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3035808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View orders/dashboard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3035808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27832" y="3035808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RefundService.dashboard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3035808"/>
            <a:ext cx="237744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3035808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GET /api/dashboard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035808"/>
            <a:ext cx="21945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2" y="3035808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Order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3035808"/>
            <a:ext cx="1307592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51592" y="3035808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02736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602736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Issue refund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3602736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7832" y="3602736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RefundService.create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3602736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9592" y="3602736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POST /api/refunds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3602736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57032" y="3602736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Refund, Payment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3602736"/>
            <a:ext cx="13075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51592" y="3602736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6A34A"/>
                </a:solidFill>
                <a:latin typeface="Segoe UI"/>
              </a:rPr>
              <a:t>MockPay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169664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4169664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Idempotent retry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4169664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27832" y="4169664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RefundService (submissions)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169664"/>
            <a:ext cx="237744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9592" y="4169664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POST /api/refunds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80" y="4169664"/>
            <a:ext cx="21945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57032" y="4169664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Submission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78440" y="4169664"/>
            <a:ext cx="1307592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51592" y="4169664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3659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4736592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Activity trail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473659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27832" y="4736592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RefundService (events)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06440" y="4736592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79592" y="4736592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GET /api/dashboard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80" y="4736592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57032" y="4736592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Event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78440" y="4736592"/>
            <a:ext cx="13075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51592" y="4736592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5303520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" y="5303520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Reset demo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54680" y="5303520"/>
            <a:ext cx="26517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27832" y="5303520"/>
            <a:ext cx="25054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RefundService.reset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06440" y="5303520"/>
            <a:ext cx="237744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79592" y="5303520"/>
            <a:ext cx="22311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POST /api/demo/reset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80" y="5303520"/>
            <a:ext cx="2194560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57032" y="5303520"/>
            <a:ext cx="204825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all entities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78440" y="5303520"/>
            <a:ext cx="1307592" cy="56692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451592" y="5303520"/>
            <a:ext cx="11612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RefundController.java, RefundService.java, SecurityConfig.java, MockPayProvider.java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End-to-End Business Flow: Issue a Refund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1 · FUNCTIONAL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From selecting a PAID order to a recorded 'sent' payment — validated, idempotent, and immediate.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3383280" cy="1051560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1. 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2316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Requestor authenticates; session + CSRF token issued.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383280" cy="105156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08483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2. Select order &amp;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Pick a PAID order, choose reason, add notes,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383280" cy="105156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3. Submit with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2316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POST /api/refunds with a UUID idempotency key.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03320"/>
            <a:ext cx="3383280" cy="105156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77647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4. Validate &amp;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1480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Check input, idempotency, order exists &amp; is PAID.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03320"/>
            <a:ext cx="3383280" cy="10515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77647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5. Send to MockPay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11480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Create refund + payment; simulate provider send.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03320"/>
            <a:ext cx="3383280" cy="1051560"/>
          </a:xfrm>
          <a:prstGeom prst="round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76472"/>
            <a:ext cx="316382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6. Record &amp; 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316382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Order → REFUND_SENT; event logged; UI shows receipt.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023360" y="2395728"/>
            <a:ext cx="36576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772400" y="2395728"/>
            <a:ext cx="365760" cy="256032"/>
          </a:xfrm>
          <a:prstGeom prst="righ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720072" y="3063240"/>
            <a:ext cx="219456" cy="274320"/>
          </a:xfrm>
          <a:prstGeom prst="down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ft Arrow 31"/>
          <p:cNvSpPr/>
          <p:nvPr/>
        </p:nvSpPr>
        <p:spPr>
          <a:xfrm>
            <a:off x="4023360" y="4087368"/>
            <a:ext cx="365760" cy="256032"/>
          </a:xfrm>
          <a:prstGeom prst="lef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eft Arrow 32"/>
          <p:cNvSpPr/>
          <p:nvPr/>
        </p:nvSpPr>
        <p:spPr>
          <a:xfrm>
            <a:off x="7772400" y="4087368"/>
            <a:ext cx="365760" cy="256032"/>
          </a:xfrm>
          <a:prstGeom prst="leftArrow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983480"/>
            <a:ext cx="11183112" cy="77724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83480"/>
            <a:ext cx="108813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C2626"/>
                </a:solidFill>
                <a:latin typeface="Segoe UI"/>
              </a:rPr>
              <a:t>Alternative outcomes:  </a:t>
            </a:r>
            <a:r>
              <a:rPr sz="1100" b="0" i="0">
                <a:solidFill>
                  <a:srgbClr val="242424"/>
                </a:solidFill>
                <a:latin typeface="Segoe UI"/>
              </a:rPr>
              <a:t>replayed key → original result returned (200); already refunded → ORDER_ALREADY_REFUNDED (409); unknown order → ORDER_NOT_FOUND (404); bad input → VALIDATION_ERROR (400).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app.js, RefundController.java, RefundService.java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8AB4F8"/>
                </a:solidFill>
                <a:latin typeface="Segoe U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9728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9C3E8"/>
                </a:solidFill>
                <a:latin typeface="Segoe UI"/>
              </a:rPr>
              <a:t>Architecture, data, security, concurrency and delivery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High-Level Component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classic layered Spring Boot app: security filter chain → REST controllers → service → in-memory store, all in one JVM.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6858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39112"/>
            <a:ext cx="11183112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Browser SPA (index.html · app.js · styles.css) — same-origin, vanilla 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11183112" cy="640080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11183112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Spring Security filter chain — form login · CSRF · BCrypt · role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3566160" cy="82296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3566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RefundController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3566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/api session·dashboard·refunds·reset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3657600"/>
            <a:ext cx="3566160" cy="822960"/>
          </a:xfrm>
          <a:prstGeom prst="round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3730752"/>
            <a:ext cx="3566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ApiErrors + RefundErrorController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4041648"/>
            <a:ext cx="3566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global error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3657600"/>
            <a:ext cx="3611880" cy="82296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3730752"/>
            <a:ext cx="36118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Bean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041648"/>
            <a:ext cx="36118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javax.validation on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5486400" cy="8229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36592"/>
            <a:ext cx="54864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RefundService (@Service, synchronized)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47488"/>
            <a:ext cx="54864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orchestration + idempotency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4663440"/>
            <a:ext cx="5486400" cy="8229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4736592"/>
            <a:ext cx="54864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MockPayProvider (@Component)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5047488"/>
            <a:ext cx="54864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in-process payment simulation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69280"/>
            <a:ext cx="11183112" cy="594360"/>
          </a:xfrm>
          <a:prstGeom prst="round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742432"/>
            <a:ext cx="11183112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In-memory store — LinkedHashMap/ArrayList: orders · refunds · payments · events · submissions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RefundController.java, RefundService.java, SecurityConfig.java, ApiErrors.java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Request / Data Flow: POST /api/refunds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write request passes security, validation and idempotency checks before a single synchronized state transition creates the refund.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502920" cy="457200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011680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011680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Security filter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11680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Authenticated + REQUESTOR role + valid CSRF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15184"/>
            <a:ext cx="502920" cy="45720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15184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2615184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615184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Controller binding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615184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RefundController maps JSON to RefundRequest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18688"/>
            <a:ext cx="50292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3218688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3218688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Bean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218688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orderId, reason, notes, idempotencyKey (UUID)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22192"/>
            <a:ext cx="50292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22192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3822192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3822192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Service: synchronized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822192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Idempotency lookup on submissions 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25696"/>
            <a:ext cx="50292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25696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25880" y="4425696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4425696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State transition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425696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Order PAID? create Refund+Payment, send MockPay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029200"/>
            <a:ext cx="502920" cy="457200"/>
          </a:xfrm>
          <a:prstGeom prst="round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502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5880" y="5029200"/>
            <a:ext cx="10332720" cy="45720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08760" y="5029200"/>
            <a:ext cx="3840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Record + 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029200"/>
            <a:ext cx="6126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Append event; 201 Created (or 200 replayed)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SecurityConfig.java, RefundController.java, RefundRequest.java, RefundService.java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Domain Model &amp; Data 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Immutable model objects held in ordered in-memory collections; no relational schema — relationships are by id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2724912" cy="3108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167128"/>
            <a:ext cx="23957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560320"/>
            <a:ext cx="239572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id, customerName/initials/email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product, category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amount (BigDecimal), currency INR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purchasedAt, paymentMethod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status: PAID → REFUND_SENT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057400"/>
            <a:ext cx="2724912" cy="3108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167128"/>
            <a:ext cx="23957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Refund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560320"/>
            <a:ext cx="239572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id (RF-2000+)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orderId (ref)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reason, notes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status: SENT_TO_PROVIDER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057400"/>
            <a:ext cx="2724912" cy="3108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167128"/>
            <a:ext cx="23957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60320"/>
            <a:ext cx="239572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id (PAY-3000+)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refundId (ref)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provider: MockPay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amount, status: SENT_TO_PROVIDER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057400"/>
            <a:ext cx="2724912" cy="31089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167128"/>
            <a:ext cx="23957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C5C5C"/>
                </a:solidFill>
                <a:latin typeface="Segoe UI"/>
              </a:rPr>
              <a:t>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560320"/>
            <a:ext cx="239572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id (4000+)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type / message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timestamp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2424"/>
                </a:solidFill>
                <a:latin typeface="Segoe UI"/>
              </a:rPr>
              <a:t>•  links refund &amp; payment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49240"/>
            <a:ext cx="11183112" cy="56692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Relationships:  </a:t>
            </a:r>
            <a:r>
              <a:rPr sz="1100" b="0" i="0">
                <a:solidFill>
                  <a:srgbClr val="242424"/>
                </a:solidFill>
                <a:latin typeface="Segoe UI"/>
              </a:rPr>
              <a:t>Order 1→0..1 Refund 1→1 Payment; Events reference both. Also a Submission map (idempotency key → result). No foreign keys / no DB.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RefundModels.java, RefundService.java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Security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Spring Security enforces authenticated, CSRF-protected, role-gated access with BCrypt-hashed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Form login at /login; logout at /logout.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InMemoryUserDetailsManager with BCryptPasswordEncoder.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Passwords injected via REFUNDS_*_PASSWORD env vars; blank values fail fast.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Authorization &amp;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Public: /, /index.html, static assets, GET /api/session.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POST /api/refunds &amp; /api/demo/reset require REQUESTOR; other /api/** authenticated.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CSRF via X-CSRF-TOKEN header; structured JSON auth errors.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SecurityConfig.java, application.properties, RefundApiIntegrationTest.java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Concurrency &amp; Idempotency Internals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single monitor plus a submissions map guarantees exactly-once payment per order under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Concurrency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All RefundService mutating methods are synchronized.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State transitions are atomic under one intrinsic lock.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Snapshots are immutable copies (List.copyOf), safe to read concurrently.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Idempotency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submissions map keyed by canonicalised UUID key.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Replay returns original refund/payment with replayed=true.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Same key + different payload → IDEMPOTENCY_CONFLICT.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RefundService.java, RefundServiceTest.java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API Surface &amp; Error Taxonomy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small REST surface under /api with a consistent {message, code} error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GET /api/session — auth status, user, CSRF token (public).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GET /api/dashboard — full snapshot (auth).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POST /api/refunds — create/replay (REQUESTOR).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POST /api/demo/reset — re-seed (REQUESTOR).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Error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Domain: ORDER_NOT_FOUND 404, ORDER_ALREADY_REFUNDED 409, IDEMPOTENCY_CONFLICT 409.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Input: VALIDATION_ERROR 400, INVALID_JSON, UNSUPPORTED_MEDIA_TYPE 415, METHOD_NOT_ALLOWED 405.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Auth: INVALID_CREDENTIALS/UNAUTHENTICATED 401, CSRF_INVALID/ACCESS_DENIED 403.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Server: INTERNAL_ERROR 500 (no detail leaked).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RefundController.java, ApiErrors.java, ApiException.java, RefundErrorController.java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Front End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dependency-free vanilla-JS SPA renders all views and drives the API same-origin.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index.html bootstrap shell + theme; app.js (~800 lines) renders views.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Views: overview/orders, payments ledger, activity, receipts.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frameworks, no CDN, no bundler — served as static assets.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C5C5C"/>
                </a:solidFill>
                <a:latin typeface="Segoe UI"/>
              </a:rPr>
              <a:t>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Session/CSRF handling; fetch with a 25s timeout and ApiError class.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2-step compose → review → send flow; INR (en-IN) formatting.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Does not fabricate data on API failure; high-value orders highlighted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index.html, app.js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Configuration, Build &amp;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Loopback-only binding, safe error settings, Maven build and a scripted local launcher.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server.address 127.0.0.1; port ${SERVER_PORT:8080}.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Session cookie http-only + same-site lax.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Errors: never include message/stacktrace; Jackson lenient on unknown props.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Build &amp;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Maven: mvn clean verify; spring-boot-maven-plugin packages a jar.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Start-Demo.ps1 validates java/mvn, builds, sets passwords, runs java -jar.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Launcher pins --server.address=127.0.0.1; port range 1024–65535.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application.properties, pom.xml, Start-Demo.ps1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CI/CD &amp;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The only automation is a CI helper that prepares JDK 21 and warms the Maven cache — no build/test/deploy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What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copilot-setup-steps.yml: workflow_dispatch + push/PR to that file.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Sets up Temurin JDK 21, caches Maven, runs mvn dependency:go-offline.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permissions: contents read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What is not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pipeline that compiles, tests, or publishes artefacts on push.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deployment workflow, environment, or infrastructure-as-code.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container/Dockerfile, no cloud manifests.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copilot-setup-steps.yml, AGENTS.txt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Testing &amp;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Strong behavioural coverage: integration tests over the HTTP+security stack plus concurrency unit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Integration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~20 tests via @SpringBootTest over the real security filter chain.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Cover session/CSRF, auth, role gating, dashboard determinism, refund send, replay.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Assert safe errors, no permissive CORS, malformed-input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Service/unit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Concurrency: 24 threads → exactly one payment (replay &amp; distinct keys).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Immutability of snapshots; canonical UUID-case replay.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BCrypt password validation ($2a$ hashes).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RefundApiIntegrationTest.java, RefundServiceTest.java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Deployment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11F4B"/>
                </a:solidFill>
                <a:latin typeface="Segoe UI"/>
              </a:rPr>
              <a:t>SECTION 2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Single-process, single-host, loopback-only — there is no multi-tier or cloud topology in the repository.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Confirmed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One Spring Boot JVM bound to 127.0.0.1.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Static assets served by the same app; no reverse proxy.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State in process memory; lost on restart.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148840"/>
            <a:ext cx="5440680" cy="35661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258568"/>
            <a:ext cx="51114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Not found in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51760"/>
            <a:ext cx="51114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IaC (Terraform/CloudFormation/Bicep), no Kubernetes/Helm.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Dockerfile/container spec; no managed DB or queue.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environment/hosting definitions.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application.properties, Start-Demo.ps1, (absence of IaC)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Cross-Reference: Functional ↔ Technical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Each business capability traces to a specific technical construct — useful for scoping future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206240" cy="38404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Functional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874519"/>
            <a:ext cx="5513832" cy="38404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874519"/>
            <a:ext cx="551383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Technical realisation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22992" y="1874519"/>
            <a:ext cx="1463040" cy="384048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22992" y="1874519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58567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58567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Sign in &amp;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258567"/>
            <a:ext cx="5513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2258567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SecurityConfig + /api/session + CSRF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22992" y="2258567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96144" y="2258567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9191"/>
            <a:ext cx="42062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679191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Role-gated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679191"/>
            <a:ext cx="5513832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2679191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REQUESTOR checks in SecurityFilterChain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2992" y="2679191"/>
            <a:ext cx="14630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96144" y="2679191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099815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099815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Browse orders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099815"/>
            <a:ext cx="5513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3099815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RefundService.dashboard → immutable snapshot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3099815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6144" y="3099815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20439"/>
            <a:ext cx="42062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520439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Issue refund (auto-send)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520439"/>
            <a:ext cx="5513832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82312" y="3520439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RefundService.create → MockPayProvider.send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22992" y="3520439"/>
            <a:ext cx="14630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96144" y="3520439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41063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941063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One-refund-per-order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941063"/>
            <a:ext cx="5513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82312" y="3941063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status guard + submissions map, synchronized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22992" y="3941063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96144" y="3941063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361687"/>
            <a:ext cx="42062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361687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Idempotent retry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4361687"/>
            <a:ext cx="5513832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82312" y="4361687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UUID key canonicalisation + replay result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22992" y="4361687"/>
            <a:ext cx="14630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96144" y="4361687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782311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4782311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Activity trail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4782311"/>
            <a:ext cx="5513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82312" y="4782311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Event list appended per operation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22992" y="4782311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96144" y="4782311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202935"/>
            <a:ext cx="42062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5202935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INR 10,000 threshold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5202935"/>
            <a:ext cx="5513832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82312" y="5202935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Documentation + UI highlight only (not enforced)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22992" y="5202935"/>
            <a:ext cx="1463040" cy="420624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96144" y="5202935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Segoe UI"/>
              </a:rPr>
              <a:t>Confirmed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23559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" y="5623559"/>
            <a:ext cx="40599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42424"/>
                </a:solidFill>
                <a:latin typeface="Segoe UI"/>
              </a:rPr>
              <a:t>Approval workflow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9160" y="5623559"/>
            <a:ext cx="5513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82312" y="5623559"/>
            <a:ext cx="5367528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42424"/>
                </a:solidFill>
                <a:latin typeface="Segoe UI"/>
              </a:rPr>
              <a:t>None — not implemented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5623559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96144" y="5623559"/>
            <a:ext cx="131673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C2626"/>
                </a:solidFill>
                <a:latin typeface="Segoe UI"/>
              </a:rPr>
              <a:t>Not found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SecurityConfig.java, RefundService.java, MockPayProvider.java, README.txt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Key Findings &amp;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The app is coherent and well-tested for its scope, but is deliberately ungoverned and non-durable.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486400" cy="420624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2996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23160"/>
            <a:ext cx="5157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Auto-processing: every valid full-order refund is sent immediately.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persistence — in-memory state, shared across users, lost on restart.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MockPay is fully in-process; no external calls or credentials in play.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Security is solid for a demo: CSRF, BCrypt, roles, safe errors.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Exactly-once payment guaranteed under concurrency (tested).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Only automation is a dependency-warming CI helper.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486400" cy="420624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02996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Risks (if treated as real)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23160"/>
            <a:ext cx="5157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approval / segregation of duties — unbounded refund value.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INR 10,000 threshold is informational only; not enforced.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In-memory model does not scale horizontally (single-JVM lock).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Spring Boot 2.7.18 / Java 11 baseline is outdated (intentional).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audit-grade log or system of record (events are demo evidence).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No CI build/test/deploy gate; quality relies on local mvn verify.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RefundService.java, README.txt, SecurityConfig.java, copilot-setup-steps.yml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Prioritised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Introduce governance and durability before modernising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868680" cy="8686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1874519"/>
            <a:ext cx="10177272" cy="8686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965959"/>
            <a:ext cx="9784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Add an approval workflow &amp; threshold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13431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5C5C"/>
                </a:solidFill>
                <a:latin typeface="Segoe UI"/>
              </a:rPr>
              <a:t>Insert a review/approval state between request and send; enforce the INR 10,000 rule in code, leveraging the existing (currently unused) Approver role.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7"/>
            <a:ext cx="868680" cy="8686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98647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2898647"/>
            <a:ext cx="10177272" cy="8686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990087"/>
            <a:ext cx="9784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Introduce durable persistence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37559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5C5C"/>
                </a:solidFill>
                <a:latin typeface="Segoe UI"/>
              </a:rPr>
              <a:t>Replace in-memory collections with a database and an append-only audit log so refunds survive restarts and are traceable.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22775"/>
            <a:ext cx="868680" cy="86868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22775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922775"/>
            <a:ext cx="10177272" cy="8686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014215"/>
            <a:ext cx="9784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Add a real CI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61687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5C5C"/>
                </a:solidFill>
                <a:latin typeface="Segoe UI"/>
              </a:rPr>
              <a:t>Run mvn clean verify (build + tests) on every push/PR, publish artefacts, and gate merges.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46903"/>
            <a:ext cx="868680" cy="868680"/>
          </a:xfrm>
          <a:prstGeom prst="round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46903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4946903"/>
            <a:ext cx="10177272" cy="8686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5038343"/>
            <a:ext cx="9784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Modernise the platform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385815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5C5C"/>
                </a:solidFill>
                <a:latin typeface="Segoe UI"/>
              </a:rPr>
              <a:t>Upgrade Spring Boot / Java to a supported line and containerise for repeatable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Derived from findings (README.txt, RefundService.java, copilot-setup-steps.yml)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Inferred (analysis)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Open Questions &amp; Not-Found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/>
          </a:prstGeom>
          <a:solidFill>
            <a:srgbClr val="F3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Key takeaway:  </a:t>
            </a:r>
            <a:r>
              <a:rPr sz="1200" b="0" i="0">
                <a:solidFill>
                  <a:srgbClr val="242424"/>
                </a:solidFill>
                <a:latin typeface="Segoe UI"/>
              </a:rPr>
              <a:t>A short list of items unverifiable from the repository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486400" cy="411480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2996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Not found in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23160"/>
            <a:ext cx="5157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Any real payment gateway integration or credentials.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Database schema / persistence layer.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Deployment IaC, containers, or hosting definitions.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CI build/test/deploy pipeline (only a dep-warming helper exists).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Approval workflow or threshold enforcement logic.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Audit/logging system of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486400" cy="411480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02996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Open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23160"/>
            <a:ext cx="5157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Is durable persistence intended in a later stage?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What are the target approval rules and thresholds?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Which environments/hosting are planned for deployment?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Should the Approver role gain real capabilities?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What upgrade path is desired for Spring Boot / Java?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Are the .github/agents specialist profiles meant to drive these stages?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Whole repository (absence of the above), AGENTS.txt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Not found in repository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Glossary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Business +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RefundOps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71600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The demo application; a refund operations workspace (legacy baseline).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47088"/>
            <a:ext cx="11183112" cy="47548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47088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BEFORE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47088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The ungoverned baseline: refunds auto-sent with no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22576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MockPay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22576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In-process payment simulator; no network or real money.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98064"/>
            <a:ext cx="11183112" cy="47548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Idempotency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98064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 UUID that makes retries safe by replaying the original result.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73552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73552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Full-order refund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Refund of an entire order; partials are not supported.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49040"/>
            <a:ext cx="11183112" cy="47548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749040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REQUESTOR / APPROVER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49040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Roles; only REQUESTOR can submit. APPROVER is currently unused.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24528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24528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CSRF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24528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Anti-forgery token required on state-changing requests (X-CSRF-TOKEN).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00016"/>
            <a:ext cx="11183112" cy="47548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00016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Snapshot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700016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Immutable copy of in-memory state returned by the dashboard.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75504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175504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AUTO_PROCESS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175504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Application mode indicating automatic refund processing.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50992"/>
            <a:ext cx="11183112" cy="475488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650992"/>
            <a:ext cx="29260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1A41"/>
                </a:solidFill>
                <a:latin typeface="Segoe UI"/>
              </a:rPr>
              <a:t>copilot-setup-steps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650992"/>
            <a:ext cx="78638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CI helper that prepares JDK 21 and the Maven cache.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49039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0B0B0"/>
                </a:solidFill>
                <a:latin typeface="Segoe UI"/>
              </a:rPr>
              <a:t>Repository structure, key files, API reference and technical details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Appendix A — Repository Structure &amp; Key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49377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8132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Structure (Maven layout)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74520"/>
            <a:ext cx="5157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pom.xml — build, Spring Boot 2.7.18, Java 11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src/main/java/com/refundops/ — application code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  RefundOpsApplication, RefundController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  RefundService, RefundModels, RefundRequest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  SecurityConfig, DemoUsers, MockPayProvider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  ApiErrors, ApiException, RefundErrorController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src/main/resources/ — application.properties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src/main/resources/static/ — index.html, app.js, styles.css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src/test/java/com/refundops/ — integration + service tests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.github/ — copilot-setup-steps.yml, agents profiles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README.txt, AGENTS.txt, Start-Demo.ps1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5486400" cy="49377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8132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Key files &amp;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874520"/>
            <a:ext cx="5157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README.txt — authoritative behaviour &amp; scope.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RefundService.java — core orchestration &amp; idempotency.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SecurityConfig.java — auth, CSRF, roles.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RefundModels.java — immutable domain model.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app.js — vanilla-JS SPA (~800 lines).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application.properties — loopback bind, safe errors.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Start-Demo.ps1 — local build &amp; run launcher.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copilot-setup-steps.yml — dependency-warming CI.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2424"/>
                </a:solidFill>
                <a:latin typeface="Segoe UI"/>
              </a:rPr>
              <a:t>•  AGENTS.txt — Copilot specialist profiles.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git ls-files (28 tracked files)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Appendix B — API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20040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Method /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417320"/>
            <a:ext cx="237744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1732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417320"/>
            <a:ext cx="2377440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41732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Success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417320"/>
            <a:ext cx="3227832" cy="4572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227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Key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8745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874520"/>
            <a:ext cx="30175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GET /api/session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87452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187452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Public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87452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87452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200 session+CSRF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74520"/>
            <a:ext cx="32278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874520"/>
            <a:ext cx="304495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23160"/>
            <a:ext cx="3200400" cy="54864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423160"/>
            <a:ext cx="30175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GET /api/dashboard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423160"/>
            <a:ext cx="2377440" cy="54864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242316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Authenticated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423160"/>
            <a:ext cx="2377440" cy="54864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42316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200 snapshot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423160"/>
            <a:ext cx="3227832" cy="54864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423160"/>
            <a:ext cx="304495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UNAUTHENTICATED 401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971800"/>
            <a:ext cx="3200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971800"/>
            <a:ext cx="301752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POST /api/refunds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297180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971800"/>
            <a:ext cx="219456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REQUESTOR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971800"/>
            <a:ext cx="2377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971800"/>
            <a:ext cx="219456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201 created / 200 replayed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971800"/>
            <a:ext cx="32278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2971800"/>
            <a:ext cx="3044952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VALIDATION_ERROR 400; ORDER_NOT_FOUND 404; ORDER_ALREADY_REFUNDED / IDEMPOTENCY_CONFLICT 409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343400"/>
            <a:ext cx="3200400" cy="82296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343400"/>
            <a:ext cx="30175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42424"/>
                </a:solidFill>
                <a:latin typeface="Segoe UI"/>
              </a:rPr>
              <a:t>POST /api/demo/reset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4343400"/>
            <a:ext cx="2377440" cy="82296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4343400"/>
            <a:ext cx="21945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REQUESTOR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343400"/>
            <a:ext cx="2377440" cy="82296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343400"/>
            <a:ext cx="21945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200 re-seeded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4343400"/>
            <a:ext cx="3227832" cy="822960"/>
          </a:xfrm>
          <a:prstGeom prst="rect">
            <a:avLst/>
          </a:prstGeom>
          <a:solidFill>
            <a:srgbClr val="FCFBF8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4343400"/>
            <a:ext cx="3044952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2424"/>
                </a:solidFill>
                <a:latin typeface="Segoe UI"/>
              </a:rPr>
              <a:t>ACCESS_DENIED 403; CSRF_INVALID 403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5C5C"/>
                </a:solidFill>
                <a:latin typeface="Segoe UI"/>
              </a:rPr>
              <a:t>All state-changing requests require the X-CSRF-TOKEN header. Error body shape: { "message": ..., "code": ... }. No stack traces or internal detail are exposed.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RefundController.java, SecurityConfig.java, ApiErrors.java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42424"/>
                </a:solidFill>
                <a:latin typeface="Segoe UI"/>
              </a:rPr>
              <a:t>Appendix C — Technical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5575" y="384048"/>
            <a:ext cx="2743200" cy="384048"/>
          </a:xfrm>
          <a:prstGeom prst="roundRect">
            <a:avLst/>
          </a:prstGeom>
          <a:solidFill>
            <a:srgbClr val="9A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5575" y="384048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Audience: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49377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8132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11F4B"/>
                </a:solidFill>
                <a:latin typeface="Segoe UI"/>
              </a:rPr>
              <a:t>Stack &amp;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74520"/>
            <a:ext cx="5157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Spring Boot 2.7.18 (starter-parent).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spring-boot-starter-web / -security / -validation.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spring-boot-starter-test, spring-security-test.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Java 11 source (maven-compiler release 11).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spring-boot-maven-plugin (repackage).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No database, HTTP client, or messaging libraries.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5486400" cy="4937760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81328"/>
            <a:ext cx="515721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Segoe UI"/>
              </a:rPr>
              <a:t>Notable behaviours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874520"/>
            <a:ext cx="5157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create() fully synchronized → atomic transitions.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Idempotency via canonicalised-UUID submissions map.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Seeded data deterministic: 12 orders, seq 2000/3000/4000.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Immutable snapshots via List.copyOf.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Loopback-only bind; session cookie http-only/lax.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2424"/>
                </a:solidFill>
                <a:latin typeface="Segoe UI"/>
              </a:rPr>
              <a:t>•  Errors centralised in @RestControllerAdvice.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99632"/>
            <a:ext cx="8961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F6F6F"/>
                </a:solidFill>
                <a:latin typeface="Segoe UI"/>
              </a:rPr>
              <a:t>Repository evidence:  </a:t>
            </a:r>
            <a:r>
              <a:rPr sz="950" b="0" i="1">
                <a:solidFill>
                  <a:srgbClr val="6F6F6F"/>
                </a:solidFill>
                <a:latin typeface="Segoe UI"/>
              </a:rPr>
              <a:t>pom.xml, RefundService.java, RefundModels.java, application.properties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6245352"/>
            <a:ext cx="210312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5655" y="6245352"/>
            <a:ext cx="210312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Confirmed (repo evidence)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