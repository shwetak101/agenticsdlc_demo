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10896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RefundOps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Legacy Refund Operations — Repository &amp; Application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242424"/>
                </a:solidFill>
                <a:latin typeface="Calibri"/>
              </a:rPr>
              <a:t>A local, synthetic refund-operations demo built for an agentic software-engineering walkthrough.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5C5C5C"/>
                </a:solidFill>
                <a:latin typeface="Calibri"/>
              </a:rPr>
              <a:t>Two audiences, one deck: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5C8A"/>
                </a:solidFill>
                <a:latin typeface="Calibri"/>
              </a:rPr>
              <a:t>• Section 1 — Business Analyst: functional capability &amp; business behaviour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66A3A"/>
                </a:solidFill>
                <a:latin typeface="Calibri"/>
              </a:rPr>
              <a:t>• Section 2 — Developer: architecture, code, security, tests &amp;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C5C5C"/>
                </a:solidFill>
                <a:latin typeface="Calibri"/>
              </a:rPr>
              <a:t>Java 11  ·  Spring Boot 2.7.18  ·  In-memory state  ·  Mock payment provider  ·  Local loopback only (127.0.0.1)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0B5C8A"/>
                </a:solidFill>
                <a:latin typeface="Calibri"/>
              </a:rPr>
              <a:t>Section 1 · Business Analyst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What the product does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User roles &amp; sign-in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The refund journey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Business rules &amp; safeguards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Idempotency in plain terms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Activity &amp; audit trail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Known limitations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6A3A"/>
                </a:solidFill>
                <a:latin typeface="Calibri"/>
              </a:rPr>
              <a:t>Section 2 · Developer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Tech stack &amp; build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Repository layout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Runtime architecture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Backend components (class by class)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REST API surface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Domain &amp; data model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Security design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Concurrency &amp; idempotency internals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Frontend design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Testing strategy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42424"/>
                </a:solidFill>
                <a:latin typeface="Calibri"/>
              </a:rPr>
              <a:t>• CI &amp; agent profiles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2194560" cy="36576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For the Business Analyst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Understanding the functional capability of RefundOps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RefundOps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242424"/>
                </a:solidFill>
                <a:latin typeface="Calibri"/>
              </a:rPr>
              <a:t>RefundOps is an internal workspace for refund operators. It lets an authorised staff member look at recent paid orders and issue a full-order refund back to the customer's original payment method.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0B5C8A"/>
                </a:solidFill>
                <a:latin typeface="Calibri"/>
              </a:rPr>
              <a:t>Core capabilities today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Browse a list of synthetic customer orders (product, customer, amount, payment method)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Request a full refund against an eligible 'PAID' order, choosing a reason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See an immediate 'Sent to provider' receipt with a payment reference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Review an activity feed of who did what and when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Reset the demo back to its starting data for a clean walkthrough</a:t>
            </a:r>
          </a:p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C5C5C"/>
                </a:solidFill>
                <a:latin typeface="Calibri"/>
              </a:rPr>
              <a:t>This is the BEFORE state: every valid refund is sent immediately, regardless of value. There is no approval step, no real money movement, and no AI in the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Who uses it — roles &amp; sign-in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1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11F4B"/>
                </a:solidFill>
                <a:latin typeface="Calibri"/>
              </a:rPr>
              <a:t>Dahnesh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42424"/>
                </a:solidFill>
                <a:latin typeface="Calibri"/>
              </a:rPr>
              <a:t>Roles: Requestor + Approver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alibri"/>
              </a:rPr>
              <a:t>Can request refunds. Holds the Approver role, but in this legacy version there is no approval action to perform.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11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5448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11F4B"/>
                </a:solidFill>
                <a:latin typeface="Calibri"/>
              </a:rPr>
              <a:t>Shweta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42424"/>
                </a:solidFill>
                <a:latin typeface="Calibri"/>
              </a:rPr>
              <a:t>Role: Requestor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alibri"/>
              </a:rPr>
              <a:t>Can request refunds only. Demonstrates a single-role identity.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984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0B5C8A"/>
                </a:solidFill>
                <a:latin typeface="Calibri"/>
              </a:rPr>
              <a:t>How sign-in behaves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A password is always required — selecting a name does not log you in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Roles are assigned by the server, not chosen by the user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Only a Requestor may submit a refund or reset the demo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Credentials are demo-only defaults for a local, offline walkthrough — never real secrets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refund journey —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B11F4B"/>
                </a:solidFill>
                <a:latin typeface="Calibri"/>
              </a:rPr>
              <a:t>Sign in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alibri"/>
              </a:rPr>
              <a:t>Operator authenticates with username &amp; password.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B11F4B"/>
                </a:solidFill>
                <a:latin typeface="Calibri"/>
              </a:rPr>
              <a:t>Browse orders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alibri"/>
              </a:rPr>
              <a:t>Reviews synthetic paid orders and picks one to refund.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640080" cy="64008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17520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B11F4B"/>
                </a:solidFill>
                <a:latin typeface="Calibri"/>
              </a:rPr>
              <a:t>Request refund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alibri"/>
              </a:rPr>
              <a:t>Selects a reason and submits a full-order refund.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86200"/>
            <a:ext cx="640080" cy="64008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40480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B11F4B"/>
                </a:solidFill>
                <a:latin typeface="Calibri"/>
              </a:rPr>
              <a:t>Sent to provider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alibri"/>
              </a:rPr>
              <a:t>The mock payment provider records the instruction instantly.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09160"/>
            <a:ext cx="640080" cy="64008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663440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B11F4B"/>
                </a:solidFill>
                <a:latin typeface="Calibri"/>
              </a:rPr>
              <a:t>Receipt &amp; ledger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alibri"/>
              </a:rPr>
              <a:t>A refund receipt and payment ledger entry appear.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32120"/>
            <a:ext cx="640080" cy="64008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486400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B11F4B"/>
                </a:solidFill>
                <a:latin typeface="Calibri"/>
              </a:rPr>
              <a:t>Activity log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alibri"/>
              </a:rPr>
              <a:t>The action is recorded with actor, order and amount.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Business rules &amp;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B11F4B"/>
                </a:solidFill>
              </a:rPr>
              <a:t>• Full-order refunds only:  </a:t>
            </a:r>
            <a:r>
              <a:rPr sz="1600">
                <a:solidFill>
                  <a:srgbClr val="242424"/>
                </a:solidFill>
              </a:rPr>
              <a:t>Partial refunds are not supported; a refund covers the whole order amount from the server.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11F4B"/>
                </a:solidFill>
              </a:rPr>
              <a:t>• One refund per order:  </a:t>
            </a:r>
            <a:r>
              <a:rPr sz="1600">
                <a:solidFill>
                  <a:srgbClr val="242424"/>
                </a:solidFill>
              </a:rPr>
              <a:t>Once an order is refunded its status becomes REFUND_SENT and it cannot be refunded again.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11F4B"/>
                </a:solidFill>
              </a:rPr>
              <a:t>• Amounts come from the server:  </a:t>
            </a:r>
            <a:r>
              <a:rPr sz="1600">
                <a:solidFill>
                  <a:srgbClr val="242424"/>
                </a:solidFill>
              </a:rPr>
              <a:t>The customer amount and requester identity are taken from trusted server data, never from the browser.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11F4B"/>
                </a:solidFill>
              </a:rPr>
              <a:t>• Immediate processing:  </a:t>
            </a:r>
            <a:r>
              <a:rPr sz="1600">
                <a:solidFill>
                  <a:srgbClr val="242424"/>
                </a:solidFill>
              </a:rPr>
              <a:t>Every valid refund is sent to the provider right away — there is no approval threshold implemented.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11F4B"/>
                </a:solidFill>
              </a:rPr>
              <a:t>• No fabricated data:  </a:t>
            </a:r>
            <a:r>
              <a:rPr sz="1600">
                <a:solidFill>
                  <a:srgbClr val="242424"/>
                </a:solidFill>
              </a:rPr>
              <a:t>If a request fails, the screen shows the error rather than inventing a success.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11F4B"/>
                </a:solidFill>
              </a:rPr>
              <a:t>• Loopback-only, mock provider:  </a:t>
            </a:r>
            <a:r>
              <a:rPr sz="1600">
                <a:solidFill>
                  <a:srgbClr val="242424"/>
                </a:solidFill>
              </a:rPr>
              <a:t>'Sent to provider' means a mock instruction was recorded — no real settlement occurs.</a:t>
            </a:r>
          </a:p>
          <a:p>
            <a:pPr>
              <a:spcAft>
                <a:spcPts val="400"/>
              </a:spcAft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Preventing accidental double refunds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242424"/>
                </a:solidFill>
                <a:latin typeface="Calibri"/>
              </a:rPr>
              <a:t>Each refund submission carries a one-time key (an 'idempotency key'). This protects customers and the business from duplicate payments if a button is double-clicked or the network retries.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0B5C8A"/>
                </a:solidFill>
                <a:latin typeface="Calibri"/>
              </a:rPr>
              <a:t>What the business gets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Re-sending the exact same request returns the original receipt — no second payment is created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A conflicting request that reuses the key with different details is safely rejected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Concurrent duplicate clicks still result in exactly one payment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This is verified by automated tests that fire many simultaneous requests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Activity trail &amp; demo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0B5C8A"/>
                </a:solidFill>
                <a:latin typeface="Calibri"/>
              </a:rPr>
              <a:t>Activity feed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Every refund records an event: who did it, which order, the amount and reason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A baseline event marks the loaded synthetic order set at start-up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These records are application evidence for the demo — not a tamper-proof audit log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0B5C8A"/>
                </a:solidFill>
                <a:latin typeface="Calibri"/>
              </a:rPr>
              <a:t>Resetting the demo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Reset restores the original 12 synthetic orders and clears all refunds, payments and events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Data is shared by both users, so a reset affects everyone — avoid resetting mid-walkthrough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This is not a code or Git reset; nothing external is provisioned or changed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Scope, boundaries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66A3A"/>
                </a:solidFill>
                <a:latin typeface="Calibri"/>
              </a:rPr>
              <a:t>In scope now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Local, synthetic demo only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Full-order refunds to a mock provider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Role-based sign-in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Idempotent, safe submissions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Activity trail &amp;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11F4B"/>
                </a:solidFill>
                <a:latin typeface="Calibri"/>
              </a:rPr>
              <a:t>Intentionally NOT built yet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High-value approval rules &amp; queue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Independent-approver enforcement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Real payment integration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Framework modernisation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Release gates &amp; publishing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C5C5C"/>
                </a:solidFill>
                <a:latin typeface="Calibri"/>
              </a:rPr>
              <a:t>These are deliberate future stages, demonstrated later via agentic engineering.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For the Developer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Every aspect of the repository and the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Technology stack &amp;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66A3A"/>
                </a:solidFill>
                <a:latin typeface="Calibri"/>
              </a:rPr>
              <a:t>Runtime &amp; language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Java 11 source baseline (maven.compiler.release=11)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Spring Boot 2.7.18 (intentionally outdated)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Spring MVC (spring-boot-starter-web)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Spring Security (starter-security)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Bean Validation (starter-validation)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Jackson for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66A3A"/>
                </a:solidFill>
                <a:latin typeface="Calibri"/>
              </a:rPr>
              <a:t>Build, test &amp; run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Maven (spring-boot-starter-parent)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Build/verify:  mvn clean verify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Tests: JUnit 5, Spring Security Test, Mockito, AssertJ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Run: Start-Demo.ps1 builds jar &amp; launches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Binds 127.0.0.1:8080 (loopback only)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State is in-memory — no 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Repository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02412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pom.xml                        Maven config — Java 11 / Spring Boot 2.7.18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Start-Demo.ps1                 PowerShell launcher (build + loopback run)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README.txt / AGENTS.txt        Demo guide &amp; specialist agent profiles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src/main/java/com/refundops/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RefundOpsApplication.java   Spring Boot entry point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SecurityConfig.java         Auth, roles, CSRF, JSON error handlers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DemoUsers.java              Server-side identity &amp; roles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RefundController.java       REST endpoints under /api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RefundService.java          Core business logic + in-memory state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RefundModels.java           Domain records (Order, Refund, Payment...)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RefundRequest.java          Validated inbound payload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MockPayProvider.java        In-process payment stub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ApiException / ApiErrors    Structured error model &amp; advice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RefundErrorController.java  Safe servlet error dispatch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src/main/resources/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application.properties      Runtime config (port, cookies, errors)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   static/  index.html app.js styles.css   Browser UI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src/test/java/com/refundops/   Service + API integration tests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F0D8"/>
                </a:solidFill>
                <a:latin typeface="Consolas"/>
              </a:rPr>
              <a:t>.github/workflows/ + agents/   CI setup &amp; Copilot profiles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Runtime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9418320" cy="86868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517904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Browser SPA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static/index.html + app.js + styles.css — fetches JSON, holds CSRF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450592"/>
            <a:ext cx="9418320" cy="86868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505456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Security filter chain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SecurityConfig — form login, role checks, CSRF, JSON 401/403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438144"/>
            <a:ext cx="9418320" cy="868680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493008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REST controllers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RefundController (/api/*) + RefundErrorController (/error)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425696"/>
            <a:ext cx="9418320" cy="86868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480559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Service layer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RefundService — synchronized business logic &amp; in-memory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413248"/>
            <a:ext cx="9418320" cy="868680"/>
          </a:xfrm>
          <a:prstGeom prst="rect">
            <a:avLst/>
          </a:prstGeom>
          <a:solidFill>
            <a:srgbClr val="8A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468112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Mock provider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MockPayProvider — pure in-process payment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38251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5C5C5C"/>
                </a:solidFill>
                <a:latin typeface="Calibri"/>
              </a:rPr>
              <a:t>Requests flow top→bottom; all state lives in process memory and resets on restart.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Backend components — class by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RefundOpsApplication — </a:t>
            </a:r>
            <a:r>
              <a:rPr sz="1400">
                <a:solidFill>
                  <a:srgbClr val="242424"/>
                </a:solidFill>
              </a:rPr>
              <a:t>Standard @SpringBootApplication entry point.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SecurityConfig — </a:t>
            </a:r>
            <a:r>
              <a:rPr sz="1400">
                <a:solidFill>
                  <a:srgbClr val="242424"/>
                </a:solidFill>
              </a:rPr>
              <a:t>BCrypt encoder, in-memory users, URL authorization, form login/logout with JSON handlers, CSRF-aware access-denied logic.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DemoUsers — </a:t>
            </a:r>
            <a:r>
              <a:rPr sz="1400">
                <a:solidFill>
                  <a:srgbClr val="242424"/>
                </a:solidFill>
              </a:rPr>
              <a:t>Immutable server-side identities (dahnesh, shweta) with fixed roles.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RefundController — </a:t>
            </a:r>
            <a:r>
              <a:rPr sz="1400">
                <a:solidFill>
                  <a:srgbClr val="242424"/>
                </a:solidFill>
              </a:rPr>
              <a:t>GET /session, GET /dashboard, POST /refunds, POST /demo/reset.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RefundService — </a:t>
            </a:r>
            <a:r>
              <a:rPr sz="1400">
                <a:solidFill>
                  <a:srgbClr val="242424"/>
                </a:solidFill>
              </a:rPr>
              <a:t>Validates, enforces idempotency &amp; order state, mutates state under one monitor, seeds 12 synthetic orders.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RefundModels — </a:t>
            </a:r>
            <a:r>
              <a:rPr sz="1400">
                <a:solidFill>
                  <a:srgbClr val="242424"/>
                </a:solidFill>
              </a:rPr>
              <a:t>Immutable Application, Dashboard, Order, Refund, Payment, Event, RefundResult; defensive List.copyOf snapshots.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RefundRequest — </a:t>
            </a:r>
            <a:r>
              <a:rPr sz="1400">
                <a:solidFill>
                  <a:srgbClr val="242424"/>
                </a:solidFill>
              </a:rPr>
              <a:t>Inbound DTO with @NotBlank/@NotNull/@Size/@Pattern (UUID) validation.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MockPayProvider — </a:t>
            </a:r>
            <a:r>
              <a:rPr sz="1400">
                <a:solidFill>
                  <a:srgbClr val="242424"/>
                </a:solidFill>
              </a:rPr>
              <a:t>Returns a Payment with no network or side effects.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ApiException / ApiErrors — </a:t>
            </a:r>
            <a:r>
              <a:rPr sz="1400">
                <a:solidFill>
                  <a:srgbClr val="242424"/>
                </a:solidFill>
              </a:rPr>
              <a:t>Typed error + @RestControllerAdvice mapping to {code,message} JSON.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66A3A"/>
                </a:solidFill>
                <a:latin typeface="Consolas"/>
              </a:rPr>
              <a:t>RefundErrorController — </a:t>
            </a:r>
            <a:r>
              <a:rPr sz="1400">
                <a:solidFill>
                  <a:srgbClr val="242424"/>
                </a:solidFill>
              </a:rPr>
              <a:t>Servlet /error dispatch returning only safe, structured errors.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REST API surface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2194560"/>
                <a:gridCol w="4114800"/>
              </a:tblGrid>
              <a:tr h="600891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66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Path</a:t>
                      </a:r>
                    </a:p>
                  </a:txBody>
                  <a:tcPr>
                    <a:solidFill>
                      <a:srgbClr val="166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Auth</a:t>
                      </a:r>
                    </a:p>
                  </a:txBody>
                  <a:tcPr>
                    <a:solidFill>
                      <a:srgbClr val="166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66A3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2424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  <a:latin typeface="Consolas"/>
                        </a:rPr>
                        <a:t>/api/session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Auth flag, user, CSRF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2424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  <a:latin typeface="Consolas"/>
                        </a:rPr>
                        <a:t>/api/dashboard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Authenticated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Orders, refunds, payments, events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2424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  <a:latin typeface="Consolas"/>
                        </a:rPr>
                        <a:t>/api/refunds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REQUESTOR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Create refund (201) or replay (200)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2424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  <a:latin typeface="Consolas"/>
                        </a:rPr>
                        <a:t>/api/demo/reset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REQUESTOR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Restore synthetic baseline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2424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  <a:latin typeface="Consolas"/>
                        </a:rPr>
                        <a:t>/login 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Public /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Form login &amp; CSRF-protected 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2424"/>
                          </a:solidFill>
                          <a:latin typeface="Consolas"/>
                        </a:rPr>
                        <a:t>GET/*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  <a:latin typeface="Consolas"/>
                        </a:rPr>
                        <a:t>/error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Public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424"/>
                          </a:solidFill>
                        </a:rPr>
                        <a:t>Safe structured error responses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Domain &amp;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66A3A"/>
                </a:solidFill>
                <a:latin typeface="Consolas"/>
              </a:rPr>
              <a:t>Order:  </a:t>
            </a:r>
            <a:r>
              <a:rPr sz="1500">
                <a:solidFill>
                  <a:srgbClr val="242424"/>
                </a:solidFill>
              </a:rPr>
              <a:t>id, customer, product, category, amount (INR), paymentMethod, status (PAID→REFUND_SENT)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6A3A"/>
                </a:solidFill>
                <a:latin typeface="Consolas"/>
              </a:rPr>
              <a:t>Refund:  </a:t>
            </a:r>
            <a:r>
              <a:rPr sz="1500">
                <a:solidFill>
                  <a:srgbClr val="242424"/>
                </a:solidFill>
              </a:rPr>
              <a:t>id (RF-*), orderId, amount, requester, reason, notes, status SENT_TO_PROVIDER, paymentId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6A3A"/>
                </a:solidFill>
                <a:latin typeface="Consolas"/>
              </a:rPr>
              <a:t>Payment:  </a:t>
            </a:r>
            <a:r>
              <a:rPr sz="1500">
                <a:solidFill>
                  <a:srgbClr val="242424"/>
                </a:solidFill>
              </a:rPr>
              <a:t>id (PAY-*), refundId, orderId, amount, provider=MockPay, status, sentAt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6A3A"/>
                </a:solidFill>
                <a:latin typeface="Consolas"/>
              </a:rPr>
              <a:t>Event:  </a:t>
            </a:r>
            <a:r>
              <a:rPr sz="1500">
                <a:solidFill>
                  <a:srgbClr val="242424"/>
                </a:solidFill>
              </a:rPr>
              <a:t>id (EVT-*), occurredAt, type, title, detail, actorDisplayName, refundId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6A3A"/>
                </a:solidFill>
                <a:latin typeface="Consolas"/>
              </a:rPr>
              <a:t>Application:  </a:t>
            </a:r>
            <a:r>
              <a:rPr sz="1500">
                <a:solidFill>
                  <a:srgbClr val="242424"/>
                </a:solidFill>
              </a:rPr>
              <a:t>Static metadata: name, version, javaBaseline, springBootVersion, mode=AUTO_PROCESS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6A3A"/>
                </a:solidFill>
                <a:latin typeface="Consolas"/>
              </a:rPr>
              <a:t>Dashboard:  </a:t>
            </a:r>
            <a:r>
              <a:rPr sz="1500">
                <a:solidFill>
                  <a:srgbClr val="242424"/>
                </a:solidFill>
              </a:rPr>
              <a:t>Aggregates application + orders + refunds + payments + events as immutable copies</a:t>
            </a:r>
          </a:p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5C5C5C"/>
                </a:solidFill>
                <a:latin typeface="Calibri"/>
              </a:rPr>
              <a:t>All model classes are final with public final fields — immutable value objects. Sequences start at RF-2001 / PAY-3001 / EVT-4001 after reset for deterministic tests.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Security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Passwords supplied via env vars, BCrypt-hashed; startup fails fast if unset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In-memory users with server-assigned roles; identity never trusted from the client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Role checks: only REQUESTOR may POST /api/refunds and /api/demo/reset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CSRF enabled — state-changing calls require the token from /api/session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Session cookie is HttpOnly, SameSite=Lax; session &amp; CSRF rotate on login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Consistent JSON errors: 401 UNAUTHENTICATED, 403 ACCESS_DENIED / CSRF_INVALID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No permissive CORS headers; error responses never leak internal detail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Client-supplied amount/identity fields are ignored — server data is authoritative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Concurrency &amp; idempotency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RefundService methods are synchronized — one monitor guards all state transitions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Idempotency key (UUID) is normalised; a matching resubmission replays the original result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A key reused with a different requester/payload → 409 IDEMPOTENCY_CONFLICT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Order flips PAID→REFUND_SENT atomically; a second attempt → 409 ORDER_ALREADY_REFUNDED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Snapshots returned to callers are List.copyOf — external mutation is impossible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provider.send() executes inside the same lock, so no duplicate payment can escape</a:t>
            </a:r>
          </a:p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5C5C5C"/>
                </a:solidFill>
                <a:latin typeface="Calibri"/>
              </a:rPr>
              <a:t>Verified: 24 concurrent identical calls → exactly 1 payment; 24 concurrent distinct keys on one order → 1 success.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Frontend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Vanilla JS single-page app (app.js ~826 lines) — no framework, no CDN, no external fonts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index.html boots a shell; app.js renders login, dashboard, refund flow and dialogs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Talks to the backend via fetch(): /api/session, /api/dashboard, /api/refunds, /api/demo/reset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Sends the CSRF header on every state-changing request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Light/dark theming via CSS custom properties (styles.css ~428 lines)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Accessibility: skip link, aria-live announcer, semantic dialog element</a:t>
            </a:r>
          </a:p>
          <a:p>
            <a:pPr algn="l">
              <a:spcAft>
                <a:spcPts val="900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Fails safe: shows API errors instead of fabricating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66A3A"/>
                </a:solidFill>
                <a:latin typeface="Calibri"/>
              </a:rPr>
              <a:t>RefundServiceTest (unit)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Concurrent replay → one payment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Distinct keys/users → one success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Snapshots immutable &amp; stable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Canonical UUID case &amp; null notes replay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Credential validation + BCrypt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66A3A"/>
                </a:solidFill>
                <a:latin typeface="Calibri"/>
              </a:rPr>
              <a:t>RefundApiIntegrationTest (MVC)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Anonymous session + CSRF shape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Real login rotates session/CSRF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Auth &amp; role enforcement on writes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Deterministic 12-order baseline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Idempotency replay &amp; conflicts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Validation of bad inputs, no side effects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No CORS leak; safe error dispatch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CI, tooling &amp; agent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66A3A"/>
                </a:solidFill>
                <a:latin typeface="Calibri"/>
              </a:rPr>
              <a:t>Continuous integration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.github/workflows/copilot-setup-steps.yml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Sets up Temurin JDK 21 with Maven cache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Resolves dependencies offline (dependency:go-offline)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Runs Java-11 baseline on JDK 21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persist-credentials: false; read-only perms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66A3A"/>
                </a:solidFill>
                <a:latin typeface="Calibri"/>
              </a:rPr>
              <a:t>Copilot agent profiles (.github/agents)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Java Modernisation — framework migration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Security Assurance — scoped authz &amp; remediation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Test &amp; Reliability — concurrency &amp; recovery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Platform — repeatable Codespaces &amp; delivery</a:t>
            </a:r>
          </a:p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5C5C5C"/>
                </a:solidFill>
                <a:latin typeface="Calibri"/>
              </a:rPr>
              <a:t>Profiles are Copilot configurations, not running services or human reviewers.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Summary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RefundOps is a deliberately legacy, local-only refund workspace: clear functional behaviour for business analysts, and a compact, security-conscious Spring Boot codebase for developers — the baseline for an agentic modernisation journey.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